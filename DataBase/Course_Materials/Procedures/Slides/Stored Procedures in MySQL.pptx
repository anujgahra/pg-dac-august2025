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f991edca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f991edca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f991edca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f991edca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991edca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991edca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f991edca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f991edca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f991edca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f991edca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991edca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f991edca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991edca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991edca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f991edca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f991edca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991edca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991edca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f991edca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f991edca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991edca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991edca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f991edca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f991edca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f991edcab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f991edca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f991edcab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f991edca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991edca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f991edca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f991edcab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f991edcab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f991edca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f991edca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f991edca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f991edca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f991edcab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f991edcab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f991edcab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f991edcab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Stored Procedures in MySQL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219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40"/>
              <a:t>What is a Stored Procedure?</a:t>
            </a:r>
            <a:endParaRPr sz="21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755050"/>
            <a:ext cx="7688700" cy="3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337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Char char="➔"/>
            </a:pPr>
            <a:r>
              <a:rPr b="1" lang="en-GB" sz="13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 b="1" sz="13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5"/>
              <a:buFont typeface="Arial"/>
              <a:buChar char="◆"/>
            </a:pPr>
            <a:r>
              <a:rPr lang="en-GB" sz="10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stored procedure is a precompiled set of SQL statements stored in the database under a unique name.</a:t>
            </a:r>
            <a:endParaRPr sz="10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37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Char char="➔"/>
            </a:pPr>
            <a:r>
              <a:rPr b="1" lang="en-GB" sz="13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Idea:</a:t>
            </a:r>
            <a:endParaRPr b="1" sz="13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5"/>
              <a:buFont typeface="Arial"/>
              <a:buChar char="◆"/>
            </a:pP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complex or repetitive tasks with a </a:t>
            </a:r>
            <a:r>
              <a:rPr b="1"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</a:t>
            </a:r>
            <a:r>
              <a:rPr b="1"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CALL</a:t>
            </a:r>
            <a:r>
              <a:rPr lang="en-GB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statement.</a:t>
            </a:r>
            <a:endParaRPr b="1" sz="10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372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Char char="➔"/>
            </a:pPr>
            <a:r>
              <a:rPr b="1" lang="en-GB" sz="13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3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Char char="◆"/>
            </a:pPr>
            <a:r>
              <a:rPr b="1" lang="en-GB" sz="9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routine operations</a:t>
            </a:r>
            <a:endParaRPr b="1" sz="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Char char="◆"/>
            </a:pPr>
            <a:r>
              <a:rPr b="1" lang="en-GB" sz="9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code duplication</a:t>
            </a:r>
            <a:endParaRPr b="1" sz="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Char char="◆"/>
            </a:pPr>
            <a:r>
              <a:rPr b="1" lang="en-GB" sz="9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consistency and security</a:t>
            </a:r>
            <a:endParaRPr b="1" sz="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Char char="◆"/>
            </a:pPr>
            <a:r>
              <a:rPr b="1" lang="en-GB" sz="9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performance</a:t>
            </a:r>
            <a:endParaRPr b="1"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</a:t>
            </a:r>
            <a:r>
              <a:rPr lang="en-GB"/>
              <a:t>Stored Procedures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919500"/>
            <a:ext cx="7688700" cy="30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➔"/>
            </a:pPr>
            <a:r>
              <a:rPr b="1" lang="en-GB" sz="1800">
                <a:solidFill>
                  <a:schemeClr val="dk2"/>
                </a:solidFill>
              </a:rPr>
              <a:t>Reusability:</a:t>
            </a:r>
            <a:r>
              <a:rPr lang="en-GB" sz="1800">
                <a:solidFill>
                  <a:schemeClr val="dk2"/>
                </a:solidFill>
              </a:rPr>
              <a:t> Write once, use often.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➔"/>
            </a:pPr>
            <a:r>
              <a:rPr b="1" lang="en-GB" sz="1800">
                <a:solidFill>
                  <a:schemeClr val="dk2"/>
                </a:solidFill>
              </a:rPr>
              <a:t>Security: </a:t>
            </a:r>
            <a:r>
              <a:rPr lang="en-GB" sz="1800">
                <a:solidFill>
                  <a:schemeClr val="dk2"/>
                </a:solidFill>
              </a:rPr>
              <a:t>Users can execute without seeing internal SQL.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➔"/>
            </a:pPr>
            <a:r>
              <a:rPr b="1" lang="en-GB" sz="1800">
                <a:solidFill>
                  <a:schemeClr val="dk2"/>
                </a:solidFill>
              </a:rPr>
              <a:t>Efficiency: </a:t>
            </a:r>
            <a:r>
              <a:rPr lang="en-GB" sz="1800">
                <a:solidFill>
                  <a:schemeClr val="dk2"/>
                </a:solidFill>
              </a:rPr>
              <a:t>Reduces network traffic.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➔"/>
            </a:pPr>
            <a:r>
              <a:rPr b="1" lang="en-GB" sz="1800">
                <a:solidFill>
                  <a:schemeClr val="dk2"/>
                </a:solidFill>
              </a:rPr>
              <a:t>Maintainability:</a:t>
            </a:r>
            <a:r>
              <a:rPr lang="en-GB" sz="1800">
                <a:solidFill>
                  <a:schemeClr val="dk2"/>
                </a:solidFill>
              </a:rPr>
              <a:t> Changes in one place.</a:t>
            </a:r>
            <a:endParaRPr sz="1800">
              <a:solidFill>
                <a:schemeClr val="dk2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➔"/>
            </a:pPr>
            <a:r>
              <a:rPr b="1" lang="en-GB" sz="1800">
                <a:solidFill>
                  <a:schemeClr val="dk2"/>
                </a:solidFill>
              </a:rPr>
              <a:t>Performance:</a:t>
            </a:r>
            <a:r>
              <a:rPr lang="en-GB" sz="1800">
                <a:solidFill>
                  <a:schemeClr val="dk2"/>
                </a:solidFill>
              </a:rPr>
              <a:t> Compiled and cached by server and reduces network traffic. Complex operations run closer to the data, minimizing data transfer and improving speed.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of Stored Procedure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1952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       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procedure_name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([parameters])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SQL statements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729450" y="4256600"/>
            <a:ext cx="632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Q) Why is the delimiter changed?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7650" y="1519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To avoid conflict with semicolons inside the procedure.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Procedure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2024175"/>
            <a:ext cx="7688700" cy="1965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SayHello()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'Hello from MySQL!'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SayHello();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729450" y="4257950"/>
            <a:ext cx="632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What happens if we call SayHello before creating it?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MySQL will return: PROCEDURE SayHello does not exist.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Procedure with IN Parameter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1899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GreetUser(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userName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'Hello, 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userName,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'!'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Greeting;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GreetUser(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'Ravi'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29450" y="4203200"/>
            <a:ext cx="632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What does the IN keyword do?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7650" y="15849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Allows passing a value into the procedure.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Procedure to add two numbers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7650" y="1958125"/>
            <a:ext cx="7688700" cy="2320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AddTwoNumbers(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Sum;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AddTwoNumbers(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Procedure with OUT Parameter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SquareNumber(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input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input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input;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SquareNumber(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@out);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@out;</a:t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729450" y="4565000"/>
            <a:ext cx="63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What does OUT do?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Session Variables in MySQL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727650" y="1903250"/>
            <a:ext cx="7688700" cy="29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◆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time a client (like MySQL Workbench, PHP, Java app, etc.) connects to the MySQL server, it establishes a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period of time that a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connection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remains open.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 Variables in MySQL: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◆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starting with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user-defined session variables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◆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 only while the session/connection is open.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private to that connection — other connections can’t see them.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Disappear automatically when you disconnect.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27650" y="13763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Sends result out of the procedure to a session variable.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Procedure with INOUT Parameter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27650" y="2051425"/>
            <a:ext cx="7688700" cy="2261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DoubleValue(INOUT num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@val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DoubleValue(@val);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@val;</a:t>
            </a:r>
            <a:endParaRPr/>
          </a:p>
        </p:txBody>
      </p:sp>
      <p:sp>
        <p:nvSpPr>
          <p:cNvPr id="166" name="Google Shape;166;p26"/>
          <p:cNvSpPr txBox="1"/>
          <p:nvPr/>
        </p:nvSpPr>
        <p:spPr>
          <a:xfrm>
            <a:off x="727650" y="4510100"/>
            <a:ext cx="632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What does INOUT do?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It receives and modifies a value.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727650" y="1321650"/>
            <a:ext cx="7688700" cy="3315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ProcessMarks(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mark1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mark2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average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DECIMAL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mark1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mark2;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average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total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ProcessMarks(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'Amit'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@tot, @avg);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@tot, @avg;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727650" y="4636650"/>
            <a:ext cx="63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Can we have multiple OUTs?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Procedure Calling Another Procedure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9450" y="2078875"/>
            <a:ext cx="7688700" cy="2184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OuterProcedure()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SayHello();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AddTwoNumbers(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OuterProcedure();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729450" y="4390000"/>
            <a:ext cx="632280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Q: Can we nest procedures?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727650" y="1508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Q: What is the difference between a query and a procedure?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727650" y="1508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/>
              <a:t>A: A query is written and executed every time, a procedure is stored and reused.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GB" sz="2100"/>
              <a:t>Procedures encapsulate SQL logic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GB" sz="2100"/>
              <a:t>Use IN, OUT, INOUT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GB" sz="2100"/>
              <a:t>Improve security and performance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➔"/>
            </a:pPr>
            <a:r>
              <a:rPr lang="en-GB" sz="2100"/>
              <a:t>Nesting supported</a:t>
            </a:r>
            <a:endParaRPr sz="2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Practice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1. Greet user and show current date.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/>
              <a:t>2. Swap two numbers using INOUT.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900"/>
              <a:t>3. Calculate area and perimeter of rectangle.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