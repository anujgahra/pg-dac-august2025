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210393a5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210393a5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210393a5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210393a5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210393a5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210393a5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210393a5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210393a5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MySQL Programming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Overview of MySQL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What is MySQL: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An open-source relational database management system (RDBMS) that uses SQL to store, manage, and retrieve data.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MySQL Architecture: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Follows a client-server model with components like the MySQL Server (processing queries), storage engines (InnoDB, MyISAM), and client programs.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MySQL Tools (Workbench / CLI):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MySQL Workbench provides a GUI for database design and administration; the MySQL Command-Line Client allows executing SQL commands directly.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SQL in MySQL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Data Definition Language (DDL)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Data Manipulation Language (DML)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Data Control Language (DCL)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MySQL Data Types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Numeric</a:t>
            </a:r>
            <a:b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b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Date/Time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MySQL Programming Elements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017800"/>
            <a:ext cx="8520600" cy="37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b="1"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r>
              <a:rPr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Store temporary data for use within queries or stored programs.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b="1"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Comments</a:t>
            </a:r>
            <a:r>
              <a:rPr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Add explanations or notes inside SQL code without affecting execution.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b="1"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Flow Statements</a:t>
            </a:r>
            <a:r>
              <a:rPr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Direct the logic of execution using IF, CASE, LOOP, WHILE, and REPEAT.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b="1"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Cursors</a:t>
            </a:r>
            <a:r>
              <a:rPr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Retrieve and process rows from a query result set one at a time.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b="1"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 Handlers (Error Handling)</a:t>
            </a:r>
            <a:r>
              <a:rPr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Catch and handle errors or warnings during execution.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b="1"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Stored Routines (Procedures/Functions)</a:t>
            </a:r>
            <a:r>
              <a:rPr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Group reusable SQL code blocks for repeated tasks.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b="1"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Triggers</a:t>
            </a:r>
            <a:r>
              <a:rPr lang="en-GB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Automatically run code in response to INSERT, UPDATE, or DELETE events on tables.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