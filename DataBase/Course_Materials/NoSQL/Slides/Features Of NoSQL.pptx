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93A1D4-34E3-4251-B410-C3442D8E62C1}">
  <a:tblStyle styleId="{DE93A1D4-34E3-4251-B410-C3442D8E62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5.xml"/><Relationship Id="rId22" Type="http://schemas.openxmlformats.org/officeDocument/2006/relationships/font" Target="fonts/Lato-italic.fntdata"/><Relationship Id="rId10" Type="http://schemas.openxmlformats.org/officeDocument/2006/relationships/slide" Target="slides/slide4.xml"/><Relationship Id="rId21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aleway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ef2e3f7e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ef2e3f7e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aed2798e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aed2798e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ef2e3f7e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ef2e3f7e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ef2e3f7e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ef2e3f7e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ef2e3f7e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ef2e3f7e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ef2e3f7e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ef2e3f7e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f2e3f7e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f2e3f7e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ef2e3f7e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ef2e3f7e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NoSQL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Schema-less Structure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853850"/>
            <a:ext cx="7688700" cy="28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fixed table schema — each record can have a different structure.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documents in the same collection can look like this: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Easier to adapt when your application requirements change.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29450" y="3401250"/>
            <a:ext cx="6322800" cy="5655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"age"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"email"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"bob@example.com"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"city"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"Delhi"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title="sharding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Distributed Architecture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Feature: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Data is automatically sharded and replicated across multiple servers.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Example: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Even if one node fails, others continue to serve data.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Benefit: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✅ Increases reliability and uptime.</a:t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Horizontal Scalability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Feature: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Instead of upgrading one large server, you can add multiple smaller servers.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Example: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Cassandra and MongoDB automatically distribute data across multiple servers (nodes).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Ideal for apps like Instagram or Netflix with millions of users.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Benefit: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✅ Handles large user loads without slowing down.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Performance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Feature: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Designed for fast read/write operations and real-time responses.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Example: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Redis stores data in memory → microsecond response times.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Used in leaderboards, session caching, and live chat apps.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Benefit: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✅ Great for performance-critical applications.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Variety of Data Models</a:t>
            </a:r>
            <a:endParaRPr/>
          </a:p>
        </p:txBody>
      </p:sp>
      <p:graphicFrame>
        <p:nvGraphicFramePr>
          <p:cNvPr id="123" name="Google Shape;123;p19"/>
          <p:cNvGraphicFramePr/>
          <p:nvPr/>
        </p:nvGraphicFramePr>
        <p:xfrm>
          <a:off x="685275" y="198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{DE93A1D4-34E3-4251-B410-C3442D8E62C1}</a:tableStyleId>
              </a:tblPr>
              <a:tblGrid>
                <a:gridCol w="1757475"/>
                <a:gridCol w="2196850"/>
                <a:gridCol w="3819125"/>
              </a:tblGrid>
              <a:tr h="40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Model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Example Database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Usage Example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2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Key-Value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Redis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Session data, caching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Document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MongoDB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User profiles, product data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Column-Family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Cassandra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IoT or time-series data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Graph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Neo4j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Social networks, recommendations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p19"/>
          <p:cNvSpPr txBox="1"/>
          <p:nvPr/>
        </p:nvSpPr>
        <p:spPr>
          <a:xfrm>
            <a:off x="685275" y="4450150"/>
            <a:ext cx="632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Benefit: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 Choose the best model for your data type.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Availability &amp; Fault Tolerance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Feature: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Automatic data replication ensures continuous operation even if a node fails.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Example: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CouchDB and Cassandra replicate data across multiple data centers.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MongoDB replica sets ensure failover recovery.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Benefit: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✅ Prevents downtime and data loss.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Handles Big Data Efficiently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Feature: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Optimized for huge datasets — both structured and unstructured.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Example: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Cassandra handles terabytes of sensor or log data.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MongoDB Atlas scales automatically in the cloud.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Benefit: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GB" sz="1300"/>
              <a:t>✅ Perfect for analytics, IoT, and social media data.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