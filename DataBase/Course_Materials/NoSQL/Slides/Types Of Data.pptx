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C0FDA8-9B28-4C99-94C5-8475267508F7}">
  <a:tblStyle styleId="{69C0FDA8-9B28-4C99-94C5-8475267508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503224107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503224107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503224107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503224107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503224107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503224107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503224107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503224107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Data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– Types of Data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Three main types of data used in databases: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Structured Data – Organized &amp; predictable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Semi-Structured Data – Partially organized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Unstructured Data – No fixed format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📘 Helps choose the right database: SQL for structured, NoSQL for semi/unstructured.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Structured Data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529000"/>
            <a:ext cx="7030500" cy="15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Definition: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-GB" sz="1200"/>
              <a:t>Data stored in fixed rows and columns (tables).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-GB" sz="1200"/>
              <a:t>Follows a strict schema.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Examples: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-GB" sz="1200"/>
              <a:t>Relational databases like MySQL, PostgreSQL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-GB" sz="1200"/>
              <a:t>Tables: students(id, name, marks)</a:t>
            </a:r>
            <a:endParaRPr sz="1200"/>
          </a:p>
        </p:txBody>
      </p:sp>
      <p:graphicFrame>
        <p:nvGraphicFramePr>
          <p:cNvPr id="291" name="Google Shape;291;p15"/>
          <p:cNvGraphicFramePr/>
          <p:nvPr/>
        </p:nvGraphicFramePr>
        <p:xfrm>
          <a:off x="1557475" y="310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{69C0FDA8-9B28-4C99-94C5-8475267508F7}</a:tableStyleId>
              </a:tblPr>
              <a:tblGrid>
                <a:gridCol w="1096875"/>
                <a:gridCol w="2303450"/>
                <a:gridCol w="25776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ID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Name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Marks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Alice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Bob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2" name="Google Shape;292;p15"/>
          <p:cNvSpPr txBox="1"/>
          <p:nvPr/>
        </p:nvSpPr>
        <p:spPr>
          <a:xfrm>
            <a:off x="1410600" y="4384275"/>
            <a:ext cx="632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Best for:</a:t>
            </a:r>
            <a:r>
              <a:rPr lang="en-GB" sz="1100"/>
              <a:t> Banking, HR, inventory systems.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Semi-Structured Data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❖"/>
            </a:pPr>
            <a:r>
              <a:rPr lang="en-GB"/>
              <a:t>Definition: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➢"/>
            </a:pPr>
            <a:r>
              <a:rPr lang="en-GB"/>
              <a:t>Has some structure but not as rigid as tables.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➢"/>
            </a:pPr>
            <a:r>
              <a:rPr lang="en-GB"/>
              <a:t>Uses tags or key-value pairs.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-GB"/>
              <a:t>Examples: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➢"/>
            </a:pPr>
            <a:r>
              <a:rPr lang="en-GB"/>
              <a:t>JSON, XML, CSV, or MongoDB documents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-GB"/>
              <a:t>Example (JSON):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1816750" y="3407350"/>
            <a:ext cx="3915600" cy="1025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"skills"</a:t>
            </a: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["Python", "SQL"],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"contact"</a:t>
            </a: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r>
              <a:rPr lang="en-GB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"email"</a:t>
            </a: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"alice@mail.com"</a:t>
            </a: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1303800" y="4608475"/>
            <a:ext cx="632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Best for:</a:t>
            </a:r>
            <a:r>
              <a:rPr lang="en-GB" sz="1100"/>
              <a:t> Web data, APIs, IoT devices.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Unstructured Data</a:t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1303800" y="1597875"/>
            <a:ext cx="7030500" cy="30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Definition:</a:t>
            </a:r>
            <a:endParaRPr sz="1600"/>
          </a:p>
          <a:p>
            <a:pPr indent="-3175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 sz="1400"/>
              <a:t>Data without any predefined format.</a:t>
            </a:r>
            <a:endParaRPr sz="1400"/>
          </a:p>
          <a:p>
            <a:pPr indent="-3175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 sz="1400"/>
              <a:t>Difficult to store in tables.</a:t>
            </a:r>
            <a:endParaRPr sz="1400"/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Examples:</a:t>
            </a:r>
            <a:endParaRPr sz="1600"/>
          </a:p>
          <a:p>
            <a:pPr indent="-3175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 sz="1400"/>
              <a:t>Text documents, Images, Videos, Emails, Social media posts.</a:t>
            </a:r>
            <a:endParaRPr sz="1400"/>
          </a:p>
          <a:p>
            <a:pPr indent="-3175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 sz="1400"/>
              <a:t>Stored in NoSQL, Hadoop, or Cloud storage.</a:t>
            </a:r>
            <a:endParaRPr sz="1400"/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Example:</a:t>
            </a:r>
            <a:endParaRPr sz="1600"/>
          </a:p>
          <a:p>
            <a:pPr indent="-3175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 sz="1400"/>
              <a:t>🖼️ A photo, 🎥 a video, or 💬 a customer review.</a:t>
            </a:r>
            <a:endParaRPr sz="1400"/>
          </a:p>
          <a:p>
            <a:pPr indent="-3175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GB" sz="1400"/>
              <a:t>Best for: AI/ML analytics, media storage, sentiment analysis.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