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Old Standard TT"/>
      <p:regular r:id="rId19"/>
      <p:bold r:id="rId20"/>
      <p: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F79E6A-CDA7-4764-8B0E-278FBD2D6622}">
  <a:tblStyle styleId="{09F79E6A-CDA7-4764-8B0E-278FBD2D662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ldStandardT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OldStandardT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OldStandardTT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502ef312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502ef312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1b40289b1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1b40289b1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1b40289b1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1b40289b1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1b40289b1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1b40289b1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1b40289b1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1b40289b1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1b40289b1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1b40289b1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1b40289b1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1b40289b1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1b40289b1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1b40289b1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1b40289b1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1b40289b1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1b40289b1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1b40289b1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1b40289b1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1b40289b1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1b40289b1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1b40289b1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RDBMS vs NoSQL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Instructor: Sriya Ivaturi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Relational vs NoSQL (Quick View)</a:t>
            </a:r>
            <a:endParaRPr/>
          </a:p>
        </p:txBody>
      </p:sp>
      <p:graphicFrame>
        <p:nvGraphicFramePr>
          <p:cNvPr id="66" name="Google Shape;66;p14"/>
          <p:cNvGraphicFramePr/>
          <p:nvPr/>
        </p:nvGraphicFramePr>
        <p:xfrm>
          <a:off x="176275" y="149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{09F79E6A-CDA7-4764-8B0E-278FBD2D6622}</a:tableStyleId>
              </a:tblPr>
              <a:tblGrid>
                <a:gridCol w="1979025"/>
                <a:gridCol w="1998050"/>
                <a:gridCol w="48143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/>
                        <a:t>Feature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/>
                        <a:t>RDBMS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/>
                        <a:t>NoSQL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Data Structure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/>
                        <a:t>Tables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/>
                        <a:t>Key-Value, Document, Column, Graph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Schema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/>
                        <a:t>Fixed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/>
                        <a:t>Flexible / Schema-less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Scalability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/>
                        <a:t>Vertical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/>
                        <a:t>Horizontal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Examples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/>
                        <a:t>MySQL, Oracle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/>
                        <a:t>MongoDB, Cassandra, Neo4j</a:t>
                      </a:r>
                      <a:endParaRPr sz="17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to Use NoSQL?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Rapid development with changing schema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Big Data and real-time analytics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High scalability and availability required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Loosely structured or nested data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★"/>
            </a:pPr>
            <a:r>
              <a:rPr lang="en-GB" sz="2100"/>
              <a:t>NoSQL = Flexibility + Performance</a:t>
            </a:r>
            <a:endParaRPr sz="2100"/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★"/>
            </a:pPr>
            <a:r>
              <a:rPr lang="en-GB" sz="2100"/>
              <a:t>Choose based on your use case</a:t>
            </a:r>
            <a:endParaRPr sz="2100"/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★"/>
            </a:pPr>
            <a:r>
              <a:rPr lang="en-GB" sz="2100"/>
              <a:t>Many options, no "one-size-fits-all" solution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Structure: SQL vs NoSQL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SQL: Data is stored in structured tables (rows &amp; columns).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Example: A school system with a Students table (id, name, dob, grade).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NoSQL: Uses document, key-value, column-family, or graph formats.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Example: E-commerce products with varied attributes (size, brand, specs) stored in MongoDB.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Schema: SQL vs NoSQL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SQL: Fixed schema; changes require ALTER TABLE.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 Banking system – customers table with strict format for transactions.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NoSQL: Flexible schema; documents can vary in structure.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 Blogging platform – posts with/without images, tags, videos.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Scalability: SQL vs NoSQL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SQL: Vertically scalable by upgrading server hardware.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 Hospital system scaled by adding more RAM or CPU.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NoSQL: Horizontally scalable by adding more servers.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 Uber uses Cassandra for real-time distributed data across the globe.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Integrity: SQL vs NoSQL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SQL: Follows ACID properties ensuring reliable transactions.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 Banking transaction must complete or rollback (no partial updates).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NoSQL: Follows BASE; favors availability and eventual consistency.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 Instagram likes may sync with delay but system remains always available.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Query Language: SQL vs NoSQL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SQL: Uses powerful and standardized Structured Query Language.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 Sales report with joins and filters across multiple tables.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NoSQL: Uses simpler or database-specific query languages.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 Firebase queries for user data in a mobile app.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Performance: SQL vs NoSQL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SQL: Best for complex multi-table queries and transactions.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 Airline booking updates multiple related tables at once.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NoSQL: Optimized for fast read/write and high concurrency.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 WhatsApp uses NoSQL for billions of fast message operations.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Case: SQL vs NoSQL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SQL: Ideal for transactional apps needing consistency and structure.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 ERP system for tracking orders and inventory relationships.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NoSQL: Best for big data, real-time and agile applications.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 Netflix's recommendation system using MongoDB and Elasticsearch.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Examples: SQL vs NoSQL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SQL: MySQL, PostgreSQL, Oracle, MS SQL Server.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 Oracle DB used in government pension systems for secure transactions.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NoSQL: MongoDB, Cassandra, CouchDB, Neo4j.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 Neo4j used in social media apps to find user connections via graph modeling.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