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9144000" cy="5143500" type="screen16x9"/>
  <p:notesSz cx="6858000" cy="9144000"/>
  <p:embeddedFontLst>
    <p:embeddedFont>
      <p:font typeface="Old Standard TT" panose="020B0604020202020204" charset="0"/>
      <p:regular r:id="rId19"/>
      <p:bold r:id="rId20"/>
      <p:italic r:id="rId21"/>
    </p:embeddedFont>
    <p:embeddedFont>
      <p:font typeface="Proxima Nova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53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ef369d60b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ef369d60b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ef369d60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ef369d60b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ef369d60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ef369d60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ef369d60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ef369d60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ef369d60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ef369d60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ef369d60b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ef369d60b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ef369d60b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ef369d60b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ef369d60b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ef369d60b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ef369d60b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ef369d60b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ef369d60b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ef369d60b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ef369d60b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ef369d60b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ef369d60b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ef369d60b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ef369d60b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ef369d60b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ef369d60b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ef369d60b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ef369d60b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ef369d60b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MongoDB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MongoDB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058225"/>
            <a:ext cx="8520600" cy="3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Title: What is MongoDB?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MongoDB is a NoSQL database — stores data in a flexible, non-relational way.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Developed by MongoDB Inc., open-source and highly scalable.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Designed for speed, flexibility, and handling large volumes of data.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Often used in web apps, analytics, IoT, content management, and AI projects.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Title: Why use MongoDB?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Handles unstructured / semi-structured data easily.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No fixed schema → quick changes in data structure.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Powerful query language similar to JSON.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Scales horizontally with sharding.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Real-life analogy: Think of MongoDB as a big container where you can throw items of any shape and size, unlike a SQL table where every item must be the same shape.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Documents and Collections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Title: The Core Building Blocks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Document → The basic unit of data in MongoDB.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Similar to a row in SQL, but richer and more flexible.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Stored in BSON (Binary JSON) format internally.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Collection → A group of related documents.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Similar to a table in SQL.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No strict rules that all documents must have the same fields.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Example: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525" y="3503727"/>
            <a:ext cx="2752725" cy="14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572000" y="3560963"/>
            <a:ext cx="4344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Analogy: Documents are like files in a folder (collections). The folder holds similar documents, but each file can have different fields.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Schema-less Structure</a:t>
            </a: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Title: Freedom from Rigid Tables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Schema-less = No predefined structure for data.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Each document can have different fields, data types, and nesting levels.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Ideal for rapid prototyping and apps where data changes frequently.</a:t>
            </a:r>
            <a:endParaRPr sz="16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Example: Both can exist in the same collection: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950" y="2871250"/>
            <a:ext cx="3708050" cy="15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5161475" y="2871250"/>
            <a:ext cx="37959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Real-life analogy: Like a drawer where you can keep a pen, a notepad, or a snack — no rules saying all items must be the same.</a:t>
            </a:r>
            <a:endParaRPr sz="17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JSON Format and Nesting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★"/>
            </a:pPr>
            <a:r>
              <a:rPr lang="en-GB" sz="2100"/>
              <a:t>Title: Data Representation in MongoDB</a:t>
            </a:r>
            <a:endParaRPr sz="2100"/>
          </a:p>
          <a:p>
            <a:pPr marL="914400" lvl="1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MongoDB uses JSON-like documents → easy to read and write.</a:t>
            </a:r>
            <a:endParaRPr sz="1700"/>
          </a:p>
          <a:p>
            <a:pPr marL="914400" lvl="1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Supports nested documents and arrays.</a:t>
            </a:r>
            <a:endParaRPr sz="1700"/>
          </a:p>
          <a:p>
            <a:pPr marL="914400" lvl="1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Nested structure = keeps related data together in one place, reducing joins.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of a document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62050"/>
            <a:ext cx="3653250" cy="35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4322975" y="2063850"/>
            <a:ext cx="4377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Benefit: All related info about a person is stored inside one document, no need to query multiple tables.</a:t>
            </a:r>
            <a:endParaRPr sz="2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accent3"/>
                </a:solidFill>
              </a:rPr>
              <a:t> RDBMS vs MongoDB Analogies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Tables / Relations ➜ Collections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Rows / Tuples / Records ➜ Documents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Columns / Fields ➜ Keys / Fields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Primary Key ➜ _id Field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Example: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500"/>
              <a:t>RDBMS: (Row) → | id | name | city |</a:t>
            </a:r>
            <a:endParaRPr sz="15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MongoDB: (Document) → { "_id": 1, "name": "Alice", "city": "Delhi" }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MongoDB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★"/>
            </a:pPr>
            <a:r>
              <a:rPr lang="en-GB" sz="1600"/>
              <a:t>Schema-less Structure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-GB" sz="1600"/>
              <a:t>High Performance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-GB" sz="1600"/>
              <a:t>Flexible Document Model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-GB" sz="1600"/>
              <a:t>Horizontal Scalability (Sharding)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-GB" sz="1600"/>
              <a:t>High Availability (Replication)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-GB" sz="1600"/>
              <a:t>Powerful Query Language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-GB" sz="1600"/>
              <a:t>Easy Integration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-GB" sz="1600"/>
              <a:t>Aggregation &amp; MapReduce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-GB" sz="1600"/>
              <a:t>Security Features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Performance</a:t>
            </a:r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Feature: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Fast read and write operations due to indexing and in-memory caching.</a:t>
            </a:r>
            <a:endParaRPr sz="15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Example: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Used by Uber and eBay for real-time data access.</a:t>
            </a:r>
            <a:endParaRPr sz="15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Benefit: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✅ Supports high-traffic applications with low latency.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Flexible Document Model</a:t>
            </a:r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Feature: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Stores data as BSON documents (Binary JSON).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Supports nested fields and arrays.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Example: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Benefit: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✅ Represents real-world data naturally and intuitively.</a:t>
            </a:r>
            <a:endParaRPr sz="1500"/>
          </a:p>
        </p:txBody>
      </p:sp>
      <p:sp>
        <p:nvSpPr>
          <p:cNvPr id="120" name="Google Shape;120;p22"/>
          <p:cNvSpPr txBox="1"/>
          <p:nvPr/>
        </p:nvSpPr>
        <p:spPr>
          <a:xfrm>
            <a:off x="871550" y="2386425"/>
            <a:ext cx="4191000" cy="122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"student"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"courses"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["DBMS", "AI"],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"address"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{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"city"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"Mumbai"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"pin"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400001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Horizontal Scalability (Sharding)</a:t>
            </a:r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Feature: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Distributes large data sets across multiple servers automatically.</a:t>
            </a:r>
            <a:endParaRPr sz="15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Example: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Data split into shards based on a key (like user_id).</a:t>
            </a:r>
            <a:endParaRPr sz="15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Each shard holds part of the collection.</a:t>
            </a:r>
            <a:endParaRPr sz="15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Benefit: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✅ Supports massive datasets and global-scale applications.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Availability (Replication)</a:t>
            </a: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Feature: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MongoDB uses Replica Sets to maintain multiple copies of data.</a:t>
            </a:r>
            <a:endParaRPr sz="15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One primary node + multiple secondary nodes.</a:t>
            </a:r>
            <a:endParaRPr sz="15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Example: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If one server fails → another automatically becomes primary.</a:t>
            </a:r>
            <a:endParaRPr sz="15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Benefit: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✅ Ensures data reliability and zero downtime.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Powerful Query Language</a:t>
            </a:r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Feature: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Supports rich queries, aggregation pipelines, and indexing.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Example: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db.students.find({ marks: { $gt: 80 } })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Benefit: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✅ Can perform filtering, sorting, and data transformation easily.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Easy Integration with Applications</a:t>
            </a:r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Feature: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Works well with popular programming languages and frameworks.</a:t>
            </a:r>
            <a:endParaRPr sz="15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Examples: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Integrates with Node.js, Python, Java, and Spring Boot.</a:t>
            </a:r>
            <a:endParaRPr sz="15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Works smoothly with cloud platforms like AWS and Azure.</a:t>
            </a:r>
            <a:endParaRPr sz="15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Benefit: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✅ Ideal for modern web, mobile, and cloud-based applications.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Features</a:t>
            </a:r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Feature: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Includes authentication, authorization, and encryption.</a:t>
            </a:r>
            <a:endParaRPr sz="15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Example: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Role-based access control (RBAC)</a:t>
            </a:r>
            <a:endParaRPr sz="15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SSL/TLS encryption for data in transit.</a:t>
            </a:r>
            <a:endParaRPr sz="15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Benefit:</a:t>
            </a:r>
            <a:endParaRPr sz="19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✅ Protects sensitive data from unauthorized access.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 Of Features</a:t>
            </a:r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body" idx="1"/>
          </p:nvPr>
        </p:nvSpPr>
        <p:spPr>
          <a:xfrm>
            <a:off x="311700" y="1080150"/>
            <a:ext cx="8520600" cy="3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/>
              <a:t>🧱 Schema-less Structure – No fixed schema; flexible document storage.</a:t>
            </a:r>
            <a:endParaRPr sz="15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/>
              <a:t>⚡ High Performance – Fast read/write operations with indexing and caching.</a:t>
            </a:r>
            <a:endParaRPr sz="15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/>
              <a:t>📊 Flexible Document Model – Stores data in BSON (JSON-like) format with nested fields.</a:t>
            </a:r>
            <a:endParaRPr sz="15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/>
              <a:t>🌐 Horizontal Scalability (Sharding) – Distributes data across multiple servers.</a:t>
            </a:r>
            <a:endParaRPr sz="15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/>
              <a:t>🔁 High Availability (Replication) – Ensures data reliability with replica sets.</a:t>
            </a:r>
            <a:endParaRPr sz="15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/>
              <a:t>🔍 Powerful Query Language – Supports rich queries and aggregation pipelines.</a:t>
            </a:r>
            <a:endParaRPr sz="15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/>
              <a:t>☁️ Easy Integration – Works seamlessly with popular languages and cloud platforms.</a:t>
            </a:r>
            <a:endParaRPr sz="15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/>
              <a:t>🧩 Aggregation &amp; MapReduce – Enables advanced analytics and data processing.</a:t>
            </a:r>
            <a:endParaRPr sz="15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 dirty="0"/>
              <a:t>🔒 Security Features – Authentication, authorization, and encryption for data protection.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951</Words>
  <Application>Microsoft Office PowerPoint</Application>
  <PresentationFormat>On-screen Show (16:9)</PresentationFormat>
  <Paragraphs>127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Old Standard TT</vt:lpstr>
      <vt:lpstr>Courier New</vt:lpstr>
      <vt:lpstr>Arial</vt:lpstr>
      <vt:lpstr>Proxima Nova</vt:lpstr>
      <vt:lpstr>Spearmint</vt:lpstr>
      <vt:lpstr>Introduction to MongoDB</vt:lpstr>
      <vt:lpstr>Introduction to MongoDB</vt:lpstr>
      <vt:lpstr>Documents and Collections</vt:lpstr>
      <vt:lpstr>Schema-less Structure</vt:lpstr>
      <vt:lpstr>JSON Format and Nesting</vt:lpstr>
      <vt:lpstr>Example of a document</vt:lpstr>
      <vt:lpstr> RDBMS vs MongoDB Analogies</vt:lpstr>
      <vt:lpstr>Features Of MongoDB</vt:lpstr>
      <vt:lpstr>High Performance</vt:lpstr>
      <vt:lpstr>Flexible Document Model</vt:lpstr>
      <vt:lpstr>Horizontal Scalability (Sharding)</vt:lpstr>
      <vt:lpstr>High Availability (Replication)</vt:lpstr>
      <vt:lpstr>Powerful Query Language</vt:lpstr>
      <vt:lpstr>Easy Integration with Applications</vt:lpstr>
      <vt:lpstr>Security Features</vt:lpstr>
      <vt:lpstr>Summary Of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sriya ivaturi</cp:lastModifiedBy>
  <cp:revision>1</cp:revision>
  <dcterms:modified xsi:type="dcterms:W3CDTF">2025-10-25T14:07:39Z</dcterms:modified>
</cp:coreProperties>
</file>