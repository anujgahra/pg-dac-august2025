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af99307d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af99307d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af99307d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af99307d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a939ec8f0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a939ec8f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a939ec8f0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a939ec8f0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a939ec8f0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a939ec8f0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a939ec8f0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a939ec8f0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a939ec8f0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a939ec8f0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939ec8f0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a939ec8f0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a939ec8f0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a939ec8f0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a939ec8f0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a939ec8f0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a939ec8f0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a939ec8f0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Cursors in MySQL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311700" y="1278025"/>
            <a:ext cx="63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Row-by-row processing using cursors inside stored procedures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539725"/>
            <a:ext cx="85206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What is a Cursor?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11700" y="1372350"/>
            <a:ext cx="8520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❖"/>
            </a:pPr>
            <a:r>
              <a:rPr lang="en-GB"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 cursor is a database object that allows you to process query results row by row.</a:t>
            </a:r>
            <a:endParaRPr sz="16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❖"/>
            </a:pPr>
            <a:r>
              <a:rPr lang="en-GB"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It is used when you need to perform actions on each row individually inside a stored procedure or trigger.</a:t>
            </a:r>
            <a:endParaRPr sz="16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❖"/>
            </a:pPr>
            <a:r>
              <a:rPr lang="en-GB"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Useful for complex, conditional, or sequential row processing that a normal SQL query cannot handle.</a:t>
            </a:r>
            <a:endParaRPr sz="16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539725"/>
            <a:ext cx="85206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Bank Account Interest Calculation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11700" y="1372350"/>
            <a:ext cx="85206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Roboto"/>
              <a:buChar char="❖"/>
            </a:pPr>
            <a:r>
              <a:rPr lang="en-GB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Each customer has a different account type or interest rate.</a:t>
            </a: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Roboto"/>
              <a:buChar char="❖"/>
            </a:pPr>
            <a:r>
              <a:rPr lang="en-GB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Steps you perform using a cursor:</a:t>
            </a: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Roboto"/>
              <a:buChar char="➢"/>
            </a:pPr>
            <a:r>
              <a:rPr lang="en-GB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Loop through every account in the database.</a:t>
            </a: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Roboto"/>
              <a:buChar char="➢"/>
            </a:pPr>
            <a:r>
              <a:rPr lang="en-GB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Check account type (Savings, Current, Fixed).</a:t>
            </a: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Roboto"/>
              <a:buChar char="➢"/>
            </a:pPr>
            <a:r>
              <a:rPr lang="en-GB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Apply a different interest formula depending on the type.</a:t>
            </a: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Roboto"/>
              <a:buChar char="➢"/>
            </a:pPr>
            <a:r>
              <a:rPr lang="en-GB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Update the balance of that account individually.</a:t>
            </a: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This is a practical case where row-by-row processing is needed, which makes cursors ideal.</a:t>
            </a: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When to Use Cursors</a:t>
            </a:r>
            <a:endParaRPr sz="4600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❖"/>
            </a:pPr>
            <a:r>
              <a:rPr lang="en-GB" sz="2500"/>
              <a:t>When a single SQL query is not sufficient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❖"/>
            </a:pPr>
            <a:r>
              <a:rPr lang="en-GB" sz="2500"/>
              <a:t>Complex row-wise calculations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❖"/>
            </a:pPr>
            <a:r>
              <a:rPr lang="en-GB" sz="2500"/>
              <a:t>Conditional logic on each row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❖"/>
            </a:pPr>
            <a:r>
              <a:rPr lang="en-GB" sz="2500"/>
              <a:t>Dynamic updates or inserts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Steps to Use a Cursor</a:t>
            </a:r>
            <a:endParaRPr sz="4600"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1. DECLARE the cursor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/>
              <a:t>2. OPEN the cursor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/>
              <a:t>3. FETCH rows into variables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/>
              <a:t>4. LOOP through rows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/>
              <a:t>5. CLOSE the cursor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3706500" cy="2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Syntax of Cursor in MySQL</a:t>
            </a:r>
            <a:endParaRPr sz="4600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DECLARE cursor_name CURSOR FOR SELECT_statement;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OPEN cursor_name;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FETCH cursor_name INTO var1, var2, ...;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CLOSE cursor_name;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Cursor with Loop Structure</a:t>
            </a:r>
            <a:endParaRPr sz="4600"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644675" y="500925"/>
            <a:ext cx="4221900" cy="43005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0;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name_var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emp_cursor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HANDLER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FOUND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1;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emp_cursor;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read_loop: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emp_cursor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INTO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name_var;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LEAVE read_loop;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CONCAT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'Employee: '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name_var);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emp_cursor;</a:t>
            </a:r>
            <a:endParaRPr sz="1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Explanation of Important Parts</a:t>
            </a:r>
            <a:endParaRPr sz="4600"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➢"/>
            </a:pPr>
            <a:r>
              <a:rPr b="1" lang="en-GB" sz="2100"/>
              <a:t>DECLARE CURSOR:</a:t>
            </a:r>
            <a:r>
              <a:rPr lang="en-GB" sz="2100"/>
              <a:t> </a:t>
            </a:r>
            <a:endParaRPr sz="2100"/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defines result set</a:t>
            </a:r>
            <a:endParaRPr sz="19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➢"/>
            </a:pPr>
            <a:r>
              <a:rPr b="1" lang="en-GB" sz="2100"/>
              <a:t>CONTINUE HANDLER:</a:t>
            </a:r>
            <a:endParaRPr b="1" sz="2100"/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handles end of data</a:t>
            </a:r>
            <a:endParaRPr sz="19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➢"/>
            </a:pPr>
            <a:r>
              <a:rPr b="1" lang="en-GB" sz="2100"/>
              <a:t>LOOP: </a:t>
            </a:r>
            <a:endParaRPr b="1" sz="2100"/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processes each row</a:t>
            </a:r>
            <a:endParaRPr sz="19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➢"/>
            </a:pPr>
            <a:r>
              <a:rPr b="1" lang="en-GB" sz="2100"/>
              <a:t>LEAVE:</a:t>
            </a:r>
            <a:r>
              <a:rPr lang="en-GB" sz="2100"/>
              <a:t> </a:t>
            </a:r>
            <a:endParaRPr sz="2100"/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exits loop after last row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Simple Cursor Example</a:t>
            </a:r>
            <a:endParaRPr sz="4600"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4644675" y="180025"/>
            <a:ext cx="4166400" cy="47970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ShowEmployees()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0;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emp_name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1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emp_cursor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HANDLER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FOUND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1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1;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emp_cursor;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read_loop: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emp_cursor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INTO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emp_name;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LEAVE read_loop;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CONCAT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'Employee: '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emp_name);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emp_cursor;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$$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Questions</a:t>
            </a:r>
            <a:endParaRPr sz="4600"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Q1: What happens if you forget to declare a CONTINUE HANDLER?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900"/>
              <a:t>Q2: What is the difference between LEAVE and ITERATE?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Answers</a:t>
            </a:r>
            <a:endParaRPr sz="4600"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A1: Cursor throws error on FETCH after last row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A2:</a:t>
            </a:r>
            <a:endParaRPr sz="1900"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LEAVE: exits the loop</a:t>
            </a:r>
            <a:endParaRPr sz="1700"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ITERATE: skips to next iteration</a:t>
            </a:r>
            <a:endParaRPr sz="1700"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Summary</a:t>
            </a:r>
            <a:endParaRPr sz="4600"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Cursors allow row-wise logic in stored procedures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CONTINUE HANDLER prevents runtime errors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LOOP + FETCH for row processing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Use LEAVE to exit loop safely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