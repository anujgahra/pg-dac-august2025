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roxima Nova"/>
      <p:regular r:id="rId13"/>
      <p:bold r:id="rId14"/>
      <p:italic r:id="rId15"/>
      <p:boldItalic r:id="rId16"/>
    </p:embeddedFont>
    <p:embeddedFont>
      <p:font typeface="Alfa Slab One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italic.fntdata"/><Relationship Id="rId14" Type="http://schemas.openxmlformats.org/officeDocument/2006/relationships/font" Target="fonts/ProximaNova-bold.fntdata"/><Relationship Id="rId17" Type="http://schemas.openxmlformats.org/officeDocument/2006/relationships/font" Target="fonts/AlfaSlabOne-regular.fntdata"/><Relationship Id="rId16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0fac9c7d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80fac9c7d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0fac9c7d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0fac9c7d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0fac9c7d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0fac9c7d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0fac9c7d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0fac9c7d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0fac9c7d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0fac9c7d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0fac9c7d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0fac9c7d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Built-in Functions in MySQL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Instructor: Sriya Ivaturi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Built-in Functions in MySQL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➢"/>
            </a:pPr>
            <a:r>
              <a:rPr lang="en-GB" sz="2200"/>
              <a:t>MySQL provides ready-to-use functions for:</a:t>
            </a:r>
            <a:endParaRPr sz="22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String manipulation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Numeric processing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Date &amp; time handling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Aggregation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Conditional logic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0" y="214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String Built In Functions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25"/>
            <a:ext cx="9144000" cy="41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0" y="302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 Functions In MySQL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25"/>
            <a:ext cx="9143999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Date &amp; Time Functions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7000"/>
            <a:ext cx="9143999" cy="398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0" y="357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Aggregate Functions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04250"/>
            <a:ext cx="9143999" cy="403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Conditional Functions in MySQL</a:t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0125"/>
            <a:ext cx="9144001" cy="13415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0" y="2792600"/>
            <a:ext cx="5249400" cy="216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sz="16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6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endParaRPr sz="16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6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lang="en-GB" sz="16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marks </a:t>
            </a:r>
            <a:r>
              <a:rPr lang="en-GB" sz="16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r>
              <a:rPr lang="en-GB" sz="16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6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-GB" sz="16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6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en-GB" sz="16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6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'Pass'</a:t>
            </a:r>
            <a:endParaRPr sz="16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6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GB" sz="16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6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'Fail'</a:t>
            </a:r>
            <a:endParaRPr sz="16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6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6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6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6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result</a:t>
            </a:r>
            <a:endParaRPr sz="16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GB" sz="16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students;</a:t>
            </a:r>
            <a:endParaRPr sz="24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