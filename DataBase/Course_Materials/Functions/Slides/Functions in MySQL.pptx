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Nunito"/>
      <p:regular r:id="rId25"/>
      <p:bold r:id="rId26"/>
      <p:italic r:id="rId27"/>
      <p:boldItalic r:id="rId28"/>
    </p:embeddedFont>
    <p:embeddedFont>
      <p:font typeface="Maven Pro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avenPr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MavenPr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8aa156d978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8aa156d978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8aa156d978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8aa156d978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8aa156d978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8aa156d978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8aa156d978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8aa156d978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8aa156d978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8aa156d978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aa156d978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8aa156d978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8aa156d978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8aa156d978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8aa156d978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8aa156d978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8aa156d978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8aa156d978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849329250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84932925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8aa156d978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8aa156d978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8aa156d978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8aa156d978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8aa156d978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8aa156d978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8aa156d978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8aa156d978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8aa156d978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8aa156d978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8aa156d978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8aa156d978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8aa156d978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8aa156d978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8aa156d978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8aa156d978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Functions in </a:t>
            </a:r>
            <a:r>
              <a:rPr lang="en-GB"/>
              <a:t>MySQL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Instructor: Sriya Ivaturi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 MySQL Function?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847350"/>
            <a:ext cx="7030500" cy="27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en-GB" sz="1500"/>
              <a:t>A function is a stored program that returns a single value.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en-GB" sz="1500"/>
              <a:t>Can be used in SELECT, WHERE, SET clauses.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en-GB" sz="1500"/>
              <a:t>Similar to procedures but return values.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en-GB" sz="1500"/>
              <a:t>Called inside SQL expressions.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en-GB" sz="1500"/>
              <a:t>Q1: What is the main difference between a function and a procedure in MySQL?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Answer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100"/>
              <a:t>A function must return a value and can be used in expressions, unlike procedures.</a:t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Syntax of a Function</a:t>
            </a:r>
            <a:endParaRPr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1303800" y="1990050"/>
            <a:ext cx="7030500" cy="20979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$$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(params)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RETURNS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datatype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DETERMINISTIC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3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$$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 sz="1600"/>
          </a:p>
        </p:txBody>
      </p:sp>
      <p:sp>
        <p:nvSpPr>
          <p:cNvPr id="297" name="Google Shape;297;p16"/>
          <p:cNvSpPr txBox="1"/>
          <p:nvPr/>
        </p:nvSpPr>
        <p:spPr>
          <a:xfrm>
            <a:off x="1303800" y="4373325"/>
            <a:ext cx="632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Q3: Why is DETERMINISTIC used in function definitions?</a:t>
            </a:r>
            <a:endParaRPr sz="17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Answer</a:t>
            </a:r>
            <a:endParaRPr/>
          </a:p>
        </p:txBody>
      </p:sp>
      <p:sp>
        <p:nvSpPr>
          <p:cNvPr id="303" name="Google Shape;303;p1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/>
              <a:t>A: It tells MySQL the function always returns the same result for the same input.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Simple Function – Add Two Numbers</a:t>
            </a:r>
            <a:endParaRPr/>
          </a:p>
        </p:txBody>
      </p:sp>
      <p:sp>
        <p:nvSpPr>
          <p:cNvPr id="309" name="Google Shape;309;p18"/>
          <p:cNvSpPr txBox="1"/>
          <p:nvPr>
            <p:ph idx="1" type="body"/>
          </p:nvPr>
        </p:nvSpPr>
        <p:spPr>
          <a:xfrm>
            <a:off x="1303800" y="1441175"/>
            <a:ext cx="7030500" cy="25260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$$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AddNumbers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(a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b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RETURNS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DETERMINISTIC</a:t>
            </a:r>
            <a:endParaRPr sz="13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3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a </a:t>
            </a:r>
            <a:r>
              <a:rPr lang="en-GB" sz="13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b;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$$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AddNumbers(</a:t>
            </a:r>
            <a:r>
              <a:rPr lang="en-GB" sz="13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3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600"/>
          </a:p>
        </p:txBody>
      </p:sp>
      <p:sp>
        <p:nvSpPr>
          <p:cNvPr id="310" name="Google Shape;310;p18"/>
          <p:cNvSpPr txBox="1"/>
          <p:nvPr/>
        </p:nvSpPr>
        <p:spPr>
          <a:xfrm>
            <a:off x="1303800" y="4296475"/>
            <a:ext cx="632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Q4: What will happen if we call AddNumbers(10, NULL)?</a:t>
            </a:r>
            <a:endParaRPr sz="17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Answer</a:t>
            </a:r>
            <a:endParaRPr/>
          </a:p>
        </p:txBody>
      </p:sp>
      <p:sp>
        <p:nvSpPr>
          <p:cNvPr id="316" name="Google Shape;316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900"/>
              <a:t>A: It will return NULL, because any arithmetic with NULL gives NULL.</a:t>
            </a:r>
            <a:endParaRPr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Use Functions?</a:t>
            </a:r>
            <a:endParaRPr/>
          </a:p>
        </p:txBody>
      </p:sp>
      <p:sp>
        <p:nvSpPr>
          <p:cNvPr id="322" name="Google Shape;322;p20"/>
          <p:cNvSpPr txBox="1"/>
          <p:nvPr>
            <p:ph idx="1" type="body"/>
          </p:nvPr>
        </p:nvSpPr>
        <p:spPr>
          <a:xfrm>
            <a:off x="1303800" y="1892475"/>
            <a:ext cx="7030500" cy="26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➔"/>
            </a:pPr>
            <a:r>
              <a:rPr lang="en-GB" sz="1700"/>
              <a:t>Encapsulate reusable logic that returns a value.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➔"/>
            </a:pPr>
            <a:r>
              <a:rPr lang="en-GB" sz="1700"/>
              <a:t>Used in queries.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➔"/>
            </a:pPr>
            <a:r>
              <a:rPr lang="en-GB" sz="1700"/>
              <a:t>Improves code modularity and readability.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➔"/>
            </a:pPr>
            <a:r>
              <a:rPr lang="en-GB" sz="1700"/>
              <a:t>Q2: Can a function perform multiple SELECT queries like a procedure?</a:t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Answer:  No, it cannot.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2"/>
          <p:cNvSpPr txBox="1"/>
          <p:nvPr>
            <p:ph idx="1" type="body"/>
          </p:nvPr>
        </p:nvSpPr>
        <p:spPr>
          <a:xfrm>
            <a:off x="1303800" y="355650"/>
            <a:ext cx="7030500" cy="41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en-GB" sz="1500"/>
              <a:t>Why?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◆"/>
            </a:pPr>
            <a:r>
              <a:rPr lang="en-GB" sz="1300"/>
              <a:t>MySQL functions are designed to return a single value.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◆"/>
            </a:pPr>
            <a:r>
              <a:rPr lang="en-GB" sz="1300"/>
              <a:t>They are used within SQL expressions, so: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Must not produce multiple result sets.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Cannot include statements that modify data (like INSERT, UPDATE, DELETE).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Should be deterministic.</a:t>
            </a:r>
            <a:endParaRPr sz="1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en-GB" sz="1500"/>
              <a:t>Allowed in Functions: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➔"/>
            </a:pPr>
            <a:r>
              <a:rPr lang="en-GB" sz="1500"/>
              <a:t>Not Allowed in Functions:</a:t>
            </a:r>
            <a:endParaRPr sz="15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33" name="Google Shape;333;p22"/>
          <p:cNvSpPr txBox="1"/>
          <p:nvPr/>
        </p:nvSpPr>
        <p:spPr>
          <a:xfrm>
            <a:off x="1890250" y="2516875"/>
            <a:ext cx="4742100" cy="954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total </a:t>
            </a: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INTO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total </a:t>
            </a: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employees;</a:t>
            </a:r>
            <a:endParaRPr sz="12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total;</a:t>
            </a: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4" name="Google Shape;334;p22"/>
          <p:cNvSpPr txBox="1"/>
          <p:nvPr/>
        </p:nvSpPr>
        <p:spPr>
          <a:xfrm>
            <a:off x="1890250" y="4154550"/>
            <a:ext cx="5587500" cy="377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employees;  </a:t>
            </a:r>
            <a:r>
              <a:rPr lang="en-GB" sz="12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-- This will cause an error</a:t>
            </a: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Important Points</a:t>
            </a:r>
            <a:endParaRPr/>
          </a:p>
        </p:txBody>
      </p:sp>
      <p:sp>
        <p:nvSpPr>
          <p:cNvPr id="340" name="Google Shape;340;p23"/>
          <p:cNvSpPr txBox="1"/>
          <p:nvPr>
            <p:ph idx="1" type="body"/>
          </p:nvPr>
        </p:nvSpPr>
        <p:spPr>
          <a:xfrm>
            <a:off x="1303800" y="1700650"/>
            <a:ext cx="7030500" cy="31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Functions -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700"/>
              <a:buChar char="★"/>
            </a:pPr>
            <a:r>
              <a:rPr lang="en-GB" sz="1700"/>
              <a:t>Must not produce multiple result sets.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★"/>
            </a:pPr>
            <a:r>
              <a:rPr lang="en-GB" sz="1700"/>
              <a:t>Cannot include statements that modify data (like INSERT, UPDATE, DELETE).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★"/>
            </a:pPr>
            <a:r>
              <a:rPr lang="en-GB" sz="1700"/>
              <a:t>Should be deterministic.</a:t>
            </a:r>
            <a:endParaRPr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Cases</a:t>
            </a:r>
            <a:endParaRPr/>
          </a:p>
        </p:txBody>
      </p:sp>
      <p:sp>
        <p:nvSpPr>
          <p:cNvPr id="346" name="Google Shape;346;p2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-GB" sz="2000"/>
              <a:t>Calculations (e.g., tax, discounts)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-GB" sz="2000"/>
              <a:t>String manipulation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-GB" sz="2000"/>
              <a:t>Date formatting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-GB" sz="2000"/>
              <a:t>Input validations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Function with String Manipulation</a:t>
            </a:r>
            <a:endParaRPr/>
          </a:p>
        </p:txBody>
      </p:sp>
      <p:sp>
        <p:nvSpPr>
          <p:cNvPr id="352" name="Google Shape;352;p25"/>
          <p:cNvSpPr txBox="1"/>
          <p:nvPr>
            <p:ph idx="1" type="body"/>
          </p:nvPr>
        </p:nvSpPr>
        <p:spPr>
          <a:xfrm>
            <a:off x="1303800" y="1474125"/>
            <a:ext cx="7030500" cy="26139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$$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Greet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VARCHAR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4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RETURNS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VARCHAR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4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DETERMINISTIC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4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CONCAT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4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'Hello, '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$$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Greet(</a:t>
            </a:r>
            <a:r>
              <a:rPr lang="en-GB" sz="14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'Amit'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700"/>
          </a:p>
        </p:txBody>
      </p:sp>
      <p:sp>
        <p:nvSpPr>
          <p:cNvPr id="353" name="Google Shape;353;p25"/>
          <p:cNvSpPr txBox="1"/>
          <p:nvPr/>
        </p:nvSpPr>
        <p:spPr>
          <a:xfrm>
            <a:off x="1303800" y="4373325"/>
            <a:ext cx="6322800" cy="43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Q5: Can we use this function inside a WHERE clause?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Answer</a:t>
            </a:r>
            <a:endParaRPr/>
          </a:p>
        </p:txBody>
      </p:sp>
      <p:sp>
        <p:nvSpPr>
          <p:cNvPr id="359" name="Google Shape;359;p2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/>
              <a:t>A: Yes. Functions can be used in WHERE, SELECT, and ORDER BY clauses.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Function to Calculate Square</a:t>
            </a:r>
            <a:endParaRPr/>
          </a:p>
        </p:txBody>
      </p:sp>
      <p:sp>
        <p:nvSpPr>
          <p:cNvPr id="365" name="Google Shape;365;p27"/>
          <p:cNvSpPr txBox="1"/>
          <p:nvPr>
            <p:ph idx="1" type="body"/>
          </p:nvPr>
        </p:nvSpPr>
        <p:spPr>
          <a:xfrm>
            <a:off x="1303800" y="1539975"/>
            <a:ext cx="7030500" cy="25416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$$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Square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(x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RETURNS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DETERMINISTIC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3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lang="en-GB" sz="13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x;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$$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Square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3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600"/>
          </a:p>
        </p:txBody>
      </p:sp>
      <p:sp>
        <p:nvSpPr>
          <p:cNvPr id="366" name="Google Shape;366;p27"/>
          <p:cNvSpPr txBox="1"/>
          <p:nvPr/>
        </p:nvSpPr>
        <p:spPr>
          <a:xfrm>
            <a:off x="1303800" y="4395275"/>
            <a:ext cx="63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Q6: Is it allowed to call a function from another function?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Answer</a:t>
            </a:r>
            <a:endParaRPr/>
          </a:p>
        </p:txBody>
      </p:sp>
      <p:sp>
        <p:nvSpPr>
          <p:cNvPr id="372" name="Google Shape;372;p2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100"/>
              <a:t>A: Yes, as long as it doesn't cause recursion or infinite loops.</a:t>
            </a:r>
            <a:endParaRPr sz="2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Function for Date Calculation</a:t>
            </a:r>
            <a:endParaRPr/>
          </a:p>
        </p:txBody>
      </p:sp>
      <p:sp>
        <p:nvSpPr>
          <p:cNvPr id="378" name="Google Shape;378;p29"/>
          <p:cNvSpPr txBox="1"/>
          <p:nvPr>
            <p:ph idx="1" type="body"/>
          </p:nvPr>
        </p:nvSpPr>
        <p:spPr>
          <a:xfrm>
            <a:off x="1303800" y="1496075"/>
            <a:ext cx="7030500" cy="25416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$$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YearsBetween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(startDate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DATE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endDate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DATE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RETURNS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DETERMINISTIC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3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YEAR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(endDate) </a:t>
            </a:r>
            <a:r>
              <a:rPr lang="en-GB" sz="13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YEAR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(startDate);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$$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YearsBetween(</a:t>
            </a:r>
            <a:r>
              <a:rPr lang="en-GB" sz="13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'2010-01-01'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3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'2024-01-01'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384" name="Google Shape;384;p3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-GB" sz="1800"/>
              <a:t>Functions return a single value.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-GB" sz="1800"/>
              <a:t>Cannot modify data (no INSERT/UPDATE).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-GB" sz="1800"/>
              <a:t>Useful in SELECT, WHERE, and expressions.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-GB" sz="1800"/>
              <a:t>Must always include RETURN statement.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Practice Challenges</a:t>
            </a:r>
            <a:endParaRPr/>
          </a:p>
        </p:txBody>
      </p:sp>
      <p:sp>
        <p:nvSpPr>
          <p:cNvPr id="390" name="Google Shape;390;p3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1. Function to return area of circle (input radius).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2. Function to return reverse of a string.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3. Function to check if number is even or odd.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/>
              <a:t>4. Function to return factorial of a number.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