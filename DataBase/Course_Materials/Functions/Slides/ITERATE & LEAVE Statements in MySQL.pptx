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FD46FC-3550-4BA6-A538-62FDFC772F2A}">
  <a:tblStyle styleId="{FEFD46FC-3550-4BA6-A538-62FDFC772F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4975b936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4975b936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4975b936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4975b936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4975b936a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4975b936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4975b936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4975b936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4975b936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4975b936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4975b936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4975b936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4975b936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4975b936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8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ITERATE &amp; LEAVE Statements in MySQL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In MySQL stored programs (procedures, functions), we use loops.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Two control statements are helpful inside loops: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LEAVE – exits the loop immediately.</a:t>
            </a:r>
            <a:endParaRPr sz="1400"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ITERATE – skips the remaining statements of current loop iteration and starts the next iteration.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LEAVE Statement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LEAVE is like “break” in other languages.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Syntax: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Exits from the loop (or block) with the given label.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dk2"/>
              </a:highlight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2494000" y="2626650"/>
            <a:ext cx="1613700" cy="384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C27BA0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LEAVE</a:t>
            </a:r>
            <a:r>
              <a:rPr lang="en-GB" sz="1300">
                <a:solidFill>
                  <a:schemeClr val="dk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  label_name;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ITERATE Statement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ITERATE </a:t>
            </a:r>
            <a:r>
              <a:rPr lang="en-GB" sz="1700"/>
              <a:t>is like “continue” in other languages.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Syntax: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Exits from the loop (or block) with the given label.</a:t>
            </a:r>
            <a:endParaRPr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dk2"/>
              </a:highlight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2494000" y="2626650"/>
            <a:ext cx="1756500" cy="384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C27BA0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ITERATE</a:t>
            </a:r>
            <a:r>
              <a:rPr lang="en-GB" sz="1300">
                <a:solidFill>
                  <a:schemeClr val="dk1"/>
                </a:solidFill>
                <a:highlight>
                  <a:schemeClr val="dk2"/>
                </a:highlight>
                <a:latin typeface="Lato"/>
                <a:ea typeface="Lato"/>
                <a:cs typeface="Lato"/>
                <a:sym typeface="Lato"/>
              </a:rPr>
              <a:t>  label_name;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Using LEAVE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leave_example()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my_loop: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LEAVE my_loop; </a:t>
            </a:r>
            <a:r>
              <a:rPr lang="en-GB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exit loop when i&gt;5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my_loop;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Using ITERATE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iterate_example()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my_loop: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ITERATE my_loop; </a:t>
            </a:r>
            <a:r>
              <a:rPr lang="en-GB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skip printing 3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LEAVE my_loop; </a:t>
            </a:r>
            <a:r>
              <a:rPr lang="en-GB" sz="1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exit loop</a:t>
            </a:r>
            <a:endParaRPr sz="1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my_loop;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</a:t>
            </a:r>
            <a:endParaRPr sz="1050">
              <a:solidFill>
                <a:srgbClr val="D4D4D4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Differences</a:t>
            </a:r>
            <a:endParaRPr/>
          </a:p>
        </p:txBody>
      </p:sp>
      <p:graphicFrame>
        <p:nvGraphicFramePr>
          <p:cNvPr id="173" name="Google Shape;173;p19"/>
          <p:cNvGraphicFramePr/>
          <p:nvPr/>
        </p:nvGraphicFramePr>
        <p:xfrm>
          <a:off x="1788400" y="19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{FEFD46FC-3550-4BA6-A538-62FDFC772F2A}</a:tableStyleId>
              </a:tblPr>
              <a:tblGrid>
                <a:gridCol w="971175"/>
                <a:gridCol w="1873975"/>
                <a:gridCol w="27220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Statement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Purpose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1"/>
                          </a:solidFill>
                        </a:rPr>
                        <a:t>Similar to in other languages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LEAVE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Exit loop entirely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break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ITERATE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Skip to next iteration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continue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Use LEAVE when you want to exit the loop immediately.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Use ITERATE when you want to skip the rest of the loop’s body and move to the next iteration.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-GB" sz="1500"/>
              <a:t>Both must reference a loop label.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