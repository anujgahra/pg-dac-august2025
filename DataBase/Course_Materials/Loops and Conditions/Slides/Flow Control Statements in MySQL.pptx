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fb00b492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fb00b492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356fc65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356fc65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07746bda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07746bda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356fc65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356fc65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7746bda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07746bda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356fc651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356fc651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07746bda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07746bda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07746bda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07746bda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07746bd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07746bd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07746bda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07746bda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07746bda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07746bda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07746bda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07746bda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07746bda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07746bda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Flow Control Statements in MySQL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Flow Control Statements in MySQL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GB" sz="2000"/>
              <a:t>Flow control statements in MySQL allow us to run blocks of code repeatedly based on conditions.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GB" sz="2000"/>
              <a:t>Types: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LOOP: Basic infinite loop with exit condition inside.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WHILE: Runs as long as the condition is TRUE.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REPEAT: Runs at least once, checks condition after execution.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GB" sz="2000"/>
              <a:t>These are similar to control structures in programming languages.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GB" sz="2000"/>
              <a:t>Use Case: Looping through values, validations, conditional logic in business rules.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for LOOP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[loop_label]: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4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Statements to execute repeatedly</a:t>
            </a:r>
            <a:endParaRPr sz="14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exit_condition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LEAVE [loop_label];  </a:t>
            </a:r>
            <a:r>
              <a:rPr lang="en-GB" sz="14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Exit the loop</a:t>
            </a:r>
            <a:endParaRPr sz="14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[loop_label];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2984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LOOP in a Stored Procedure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906225"/>
            <a:ext cx="8520600" cy="39090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SumFiveNumbers()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loop_label: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LEAVE loop_label;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loop_label;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SumResult;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SumFiveNumbers();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Of WHILE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[while_label]: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search_condition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sz="15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5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Statements to execute while the condition is TRUE</a:t>
            </a:r>
            <a:endParaRPr sz="15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1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[while_label];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WHILE in a Stored Procedure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017800"/>
            <a:ext cx="8520600" cy="37827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FactorialCalc(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Factorial;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FactorialCalc(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Of REPEAT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[repeat_label]: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REPEAT</a:t>
            </a:r>
            <a:endParaRPr sz="16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6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Statements to execute</a:t>
            </a:r>
            <a:endParaRPr sz="16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UNTIL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search_condition</a:t>
            </a:r>
            <a:endParaRPr sz="16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REPEAT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[repeat_label];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REPEAT in a Stored Procedure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229875"/>
            <a:ext cx="8520600" cy="34827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RepeatExample()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REPEAT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'Current Value: '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i);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UNTIL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1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15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REPEAT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RepeatExample();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Flow Control in a FUNCTION (WHILE)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017800"/>
            <a:ext cx="8520600" cy="38268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IsPrime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(n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RETURNS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913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DETERMINISTIC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913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lang="en-GB" sz="913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913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'Not Prime'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913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SQRT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(n)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sz="913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MOD(n, i) </a:t>
            </a:r>
            <a:r>
              <a:rPr lang="en-GB" sz="913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913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'Not Prime'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913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913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913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'Prime'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913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913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IsPrime(</a:t>
            </a:r>
            <a:r>
              <a:rPr lang="en-GB" sz="913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GB" sz="913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en-GB" sz="913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Output: Prime</a:t>
            </a:r>
            <a:endParaRPr sz="149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Slide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Q: What is the main difference between WHILE and REPEAT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loops in MySQL?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A) WHILE checks condition before execution, REPEAT checks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 after.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B) REPEAT runs only once.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C) WHILE always runs at least once.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D) Both behave the same.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 Slide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Answer:  A) WHILE checks condition before execution,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   REPEAT checks after.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Explanation: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WHILE loop might never run if the condition is FALSE at the start.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REPEAT loop will always run at least once.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Slide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126675"/>
            <a:ext cx="4322400" cy="37326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TestLoop()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text_out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text_out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(text_out,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text_out;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TestLoop();</a:t>
            </a:r>
            <a:endParaRPr/>
          </a:p>
        </p:txBody>
      </p:sp>
      <p:sp>
        <p:nvSpPr>
          <p:cNvPr id="153" name="Google Shape;153;p24"/>
          <p:cNvSpPr txBox="1"/>
          <p:nvPr/>
        </p:nvSpPr>
        <p:spPr>
          <a:xfrm>
            <a:off x="5883175" y="1420575"/>
            <a:ext cx="3272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Options: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A) 1234  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B) 135  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C) 13  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D) 12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 Slide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Answer: C) 13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Explanation: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- counter starts at 1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/>
              <a:t>- First loop: text_out = "1", counter = 3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100"/>
              <a:t>- Second loop: text_out = "13", counter = 5 (loop stops)</a:t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 and Use Cases</a:t>
            </a:r>
            <a:endParaRPr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GB" sz="2000"/>
              <a:t>Summary of Flow Control Statements: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LOOP: Flexible, exit using LEAVE.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WHILE: Entry-controlled loop, good for known logic checks.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REPEAT: Exit-controlled loop, runs at least once.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GB" sz="2000"/>
              <a:t>Best used in: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Calculations like factorials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Summation problems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Validations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Repetitive DB checks or conditions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GB" sz="2000"/>
              <a:t>Keep logic simple inside loops to avoid infinite executions.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